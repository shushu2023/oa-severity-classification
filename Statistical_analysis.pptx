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7" r:id="rId3"/>
    <p:sldId id="258" r:id="rId4"/>
    <p:sldId id="262" r:id="rId5"/>
    <p:sldId id="266" r:id="rId6"/>
    <p:sldId id="259" r:id="rId7"/>
    <p:sldId id="263" r:id="rId8"/>
    <p:sldId id="267" r:id="rId9"/>
    <p:sldId id="260" r:id="rId10"/>
    <p:sldId id="264" r:id="rId11"/>
    <p:sldId id="268" r:id="rId12"/>
    <p:sldId id="261" r:id="rId13"/>
    <p:sldId id="265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1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74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63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4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1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5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70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2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19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34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9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5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009AC-FCEE-7F17-C272-842589EDC3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25000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03EB87-42D0-F112-1DC6-CC62E6234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Statistical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0DEBF5-0C87-4DDF-2133-A78A1C85A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Hand OA data</a:t>
            </a:r>
          </a:p>
          <a:p>
            <a:r>
              <a:rPr lang="en-US" sz="2400" i="0" dirty="0">
                <a:solidFill>
                  <a:srgbClr val="FFFFFF"/>
                </a:solidFill>
              </a:rPr>
              <a:t>Shaima </a:t>
            </a:r>
            <a:r>
              <a:rPr lang="en-US" sz="2400" i="0" dirty="0" err="1">
                <a:solidFill>
                  <a:srgbClr val="FFFFFF"/>
                </a:solidFill>
              </a:rPr>
              <a:t>Nimeri</a:t>
            </a:r>
            <a:r>
              <a:rPr lang="en-US" sz="2400" i="0" dirty="0">
                <a:solidFill>
                  <a:srgbClr val="FFFFFF"/>
                </a:solidFill>
              </a:rPr>
              <a:t> &amp; Ahuva Friedman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68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77DE-463D-0039-6482-C6652716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F4A9AD-06D5-3A08-3C85-29FDE6EFFC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12" y="1945054"/>
            <a:ext cx="4856217" cy="4434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72C6B4-BC4A-D541-54B2-CD6DD943A288}"/>
              </a:ext>
            </a:extLst>
          </p:cNvPr>
          <p:cNvSpPr txBox="1"/>
          <p:nvPr/>
        </p:nvSpPr>
        <p:spPr>
          <a:xfrm>
            <a:off x="6748388" y="2615382"/>
            <a:ext cx="245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59E466-8A94-AEBC-85B7-68ED7F67E563}"/>
              </a:ext>
            </a:extLst>
          </p:cNvPr>
          <p:cNvSpPr txBox="1"/>
          <p:nvPr/>
        </p:nvSpPr>
        <p:spPr>
          <a:xfrm>
            <a:off x="2677832" y="5504504"/>
            <a:ext cx="340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8AAB2C-F589-CDA8-0335-3FBAAF5A8296}"/>
              </a:ext>
            </a:extLst>
          </p:cNvPr>
          <p:cNvSpPr txBox="1"/>
          <p:nvPr/>
        </p:nvSpPr>
        <p:spPr>
          <a:xfrm>
            <a:off x="2677831" y="5042839"/>
            <a:ext cx="340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4A1CDF-53E2-BBEC-50BB-A3806AB65A10}"/>
              </a:ext>
            </a:extLst>
          </p:cNvPr>
          <p:cNvSpPr txBox="1"/>
          <p:nvPr/>
        </p:nvSpPr>
        <p:spPr>
          <a:xfrm>
            <a:off x="2677830" y="4410601"/>
            <a:ext cx="340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CDF27A-4044-D687-CE4D-FC66995DBC54}"/>
              </a:ext>
            </a:extLst>
          </p:cNvPr>
          <p:cNvSpPr txBox="1"/>
          <p:nvPr/>
        </p:nvSpPr>
        <p:spPr>
          <a:xfrm>
            <a:off x="3242456" y="5655590"/>
            <a:ext cx="340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A39A79-6028-E625-DB30-86D6E92DB1C6}"/>
              </a:ext>
            </a:extLst>
          </p:cNvPr>
          <p:cNvSpPr txBox="1"/>
          <p:nvPr/>
        </p:nvSpPr>
        <p:spPr>
          <a:xfrm>
            <a:off x="3196024" y="5181338"/>
            <a:ext cx="340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0B8A22-1FE3-2DEA-3C2A-4F82B3EB8768}"/>
              </a:ext>
            </a:extLst>
          </p:cNvPr>
          <p:cNvSpPr txBox="1"/>
          <p:nvPr/>
        </p:nvSpPr>
        <p:spPr>
          <a:xfrm>
            <a:off x="3072120" y="4410601"/>
            <a:ext cx="340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5C0F96-9CD7-B4B4-A0A8-5DBA6F03C086}"/>
              </a:ext>
            </a:extLst>
          </p:cNvPr>
          <p:cNvSpPr txBox="1"/>
          <p:nvPr/>
        </p:nvSpPr>
        <p:spPr>
          <a:xfrm>
            <a:off x="3742267" y="5451260"/>
            <a:ext cx="340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7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CBFB29-3988-949B-ED12-C2A20971E4A6}"/>
              </a:ext>
            </a:extLst>
          </p:cNvPr>
          <p:cNvSpPr txBox="1"/>
          <p:nvPr/>
        </p:nvSpPr>
        <p:spPr>
          <a:xfrm>
            <a:off x="3595146" y="4964599"/>
            <a:ext cx="340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A96F43-07F3-825F-8016-A03F1137CF7F}"/>
              </a:ext>
            </a:extLst>
          </p:cNvPr>
          <p:cNvSpPr txBox="1"/>
          <p:nvPr/>
        </p:nvSpPr>
        <p:spPr>
          <a:xfrm>
            <a:off x="3433185" y="4348398"/>
            <a:ext cx="340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9B2EC3-F784-7873-122A-54E0167FFB03}"/>
              </a:ext>
            </a:extLst>
          </p:cNvPr>
          <p:cNvSpPr txBox="1"/>
          <p:nvPr/>
        </p:nvSpPr>
        <p:spPr>
          <a:xfrm>
            <a:off x="4025258" y="4915784"/>
            <a:ext cx="45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CEFE39-A16C-F5B4-F03A-134FB91B842A}"/>
              </a:ext>
            </a:extLst>
          </p:cNvPr>
          <p:cNvSpPr txBox="1"/>
          <p:nvPr/>
        </p:nvSpPr>
        <p:spPr>
          <a:xfrm>
            <a:off x="3853745" y="4571444"/>
            <a:ext cx="45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72C649-74F0-C71E-F3E2-FDFD1EBB4A14}"/>
              </a:ext>
            </a:extLst>
          </p:cNvPr>
          <p:cNvSpPr txBox="1"/>
          <p:nvPr/>
        </p:nvSpPr>
        <p:spPr>
          <a:xfrm>
            <a:off x="3646308" y="4063129"/>
            <a:ext cx="497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EED6D5-5A66-8461-3256-A61E6546F1B2}"/>
              </a:ext>
            </a:extLst>
          </p:cNvPr>
          <p:cNvSpPr txBox="1"/>
          <p:nvPr/>
        </p:nvSpPr>
        <p:spPr>
          <a:xfrm>
            <a:off x="5997677" y="1705906"/>
            <a:ext cx="52995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3590 instances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12 joints * 2 timepoints * 4 metrics = 96 features</a:t>
            </a:r>
          </a:p>
          <a:p>
            <a:r>
              <a:rPr lang="en-US" dirty="0"/>
              <a:t>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Null value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imbalance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985362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8D1DEE-F987-EE5B-05C4-B0187ED09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DIP2 histograms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93014A-868E-F17B-4E60-81642CC5A5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9154" y="965741"/>
            <a:ext cx="7815421" cy="390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5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A61A84-E211-BE97-5E2A-215C35975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1635F5-6B36-A6A5-F402-9B8E0FCFE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PIP2 histograms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E26C39C-A9A4-A950-B837-1195594AC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9154" y="965741"/>
            <a:ext cx="7551931" cy="37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09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68F08-4952-170C-C502-A8E6C00C2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259C-6E62-86E2-6C58-1AEE9220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MCP2 histograms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C31CFDC-58E9-64B5-EAD9-19D8CCCE5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3354" y="840757"/>
            <a:ext cx="7534276" cy="3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61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2F9D0A-2223-B6AA-CC85-E4563A082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069138-3F2C-BB05-EF72-0969F749E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DIP3 histograms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568881-7E04-D462-3453-354DEE5B85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9154" y="965741"/>
            <a:ext cx="7551931" cy="37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561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8FA40A-F41E-232D-DD6E-E6B463F63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E939AA-540F-A9C6-6A54-BB718DF3C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PIP3 histograms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283627-BBDE-663B-3A67-EB238503D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9154" y="965741"/>
            <a:ext cx="7551931" cy="37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695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15164-9D1B-D0AF-B27B-81EBECB51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72E5E-85EA-B192-9F47-DF8F41178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MCP3 histograms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082546-495A-0CE1-EF55-CF349C19A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2682" y="906616"/>
            <a:ext cx="7534276" cy="3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186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B650D-BA22-13E5-C11C-59290C2C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849C8-12DF-E559-7487-29999A6A8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DIP4 histograms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CDCB0E-3B36-8A72-1544-8A8FA97C7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9154" y="965741"/>
            <a:ext cx="7551931" cy="3775965"/>
          </a:xfrm>
          <a:prstGeom prst="rect">
            <a:avLst/>
          </a:prstGeom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F4D1443F-FAF1-85B5-76BB-304EA6F5C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1554" y="1118141"/>
            <a:ext cx="7551931" cy="37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229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F7372F-A7B3-683D-98F9-3FD8B3A9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96D9E-8098-0843-A2DE-D433452F1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PIP4 histograms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7A2F00B-79F6-BF56-0572-AA54D799A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9154" y="965741"/>
            <a:ext cx="7551931" cy="37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26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9B75D-2FC5-8024-7544-06183E2E9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84BDE-60DC-462D-F119-F042AA53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MCP4 histograms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9051D50-CEDE-2B05-F979-FAB8EDDCB5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3353" y="877120"/>
            <a:ext cx="7534276" cy="3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12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0CB790-5598-F321-69F0-AB80BA4FA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73376C-7172-E49E-6059-C85844E9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DIP5 histograms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D183406-D493-98BD-F119-54B3A76C9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9154" y="965741"/>
            <a:ext cx="7551931" cy="37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297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CA1AA-E463-2506-ED72-402EBE89F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759D8-F2D9-E62C-C70E-B416D772D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PIP5 histograms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7E5A80-ADA9-A9A8-5E05-D473A9403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6516" y="837790"/>
            <a:ext cx="7534276" cy="3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743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3EC57-5670-8FD5-C89E-7CBE7CA7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A3D87-577E-F67A-EE97-315ADB08D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MCP5 histograms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C553D7-ABEC-B32E-CEFE-79F899D20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8857" y="827958"/>
            <a:ext cx="7534276" cy="3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58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6008F-6534-A85B-034C-7F1B4BAB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7"/>
            <a:ext cx="4358503" cy="31379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/>
              <a:t>Correlation plot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88058DF-7580-C88F-23F0-429412309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95" y="508090"/>
            <a:ext cx="4288568" cy="149279"/>
          </a:xfrm>
          <a:custGeom>
            <a:avLst/>
            <a:gdLst>
              <a:gd name="connsiteX0" fmla="*/ 0 w 6117427"/>
              <a:gd name="connsiteY0" fmla="*/ 0 h 149279"/>
              <a:gd name="connsiteX1" fmla="*/ 6117427 w 6117427"/>
              <a:gd name="connsiteY1" fmla="*/ 0 h 149279"/>
              <a:gd name="connsiteX2" fmla="*/ 6117427 w 6117427"/>
              <a:gd name="connsiteY2" fmla="*/ 149279 h 149279"/>
              <a:gd name="connsiteX3" fmla="*/ 0 w 611742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427" h="149279">
                <a:moveTo>
                  <a:pt x="0" y="0"/>
                </a:moveTo>
                <a:lnTo>
                  <a:pt x="6117427" y="0"/>
                </a:lnTo>
                <a:lnTo>
                  <a:pt x="611742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2943-4565-9E0E-E9DB-5B7B417E6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07749"/>
            <a:ext cx="4307405" cy="45720"/>
          </a:xfrm>
          <a:custGeom>
            <a:avLst/>
            <a:gdLst>
              <a:gd name="connsiteX0" fmla="*/ 0 w 6144298"/>
              <a:gd name="connsiteY0" fmla="*/ 0 h 45720"/>
              <a:gd name="connsiteX1" fmla="*/ 5021183 w 6144298"/>
              <a:gd name="connsiteY1" fmla="*/ 0 h 45720"/>
              <a:gd name="connsiteX2" fmla="*/ 5021183 w 6144298"/>
              <a:gd name="connsiteY2" fmla="*/ 1 h 45720"/>
              <a:gd name="connsiteX3" fmla="*/ 6144298 w 6144298"/>
              <a:gd name="connsiteY3" fmla="*/ 1 h 45720"/>
              <a:gd name="connsiteX4" fmla="*/ 6144298 w 6144298"/>
              <a:gd name="connsiteY4" fmla="*/ 45720 h 45720"/>
              <a:gd name="connsiteX5" fmla="*/ 1123115 w 6144298"/>
              <a:gd name="connsiteY5" fmla="*/ 45720 h 45720"/>
              <a:gd name="connsiteX6" fmla="*/ 1123115 w 6144298"/>
              <a:gd name="connsiteY6" fmla="*/ 45719 h 45720"/>
              <a:gd name="connsiteX7" fmla="*/ 0 w 6144298"/>
              <a:gd name="connsiteY7" fmla="*/ 45719 h 45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44298" h="45720">
                <a:moveTo>
                  <a:pt x="0" y="0"/>
                </a:moveTo>
                <a:lnTo>
                  <a:pt x="5021183" y="0"/>
                </a:lnTo>
                <a:lnTo>
                  <a:pt x="5021183" y="1"/>
                </a:lnTo>
                <a:lnTo>
                  <a:pt x="6144298" y="1"/>
                </a:lnTo>
                <a:lnTo>
                  <a:pt x="6144298" y="45720"/>
                </a:lnTo>
                <a:lnTo>
                  <a:pt x="1123115" y="45720"/>
                </a:lnTo>
                <a:lnTo>
                  <a:pt x="112311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EBAD5B-0622-288B-81E2-FAA79565DE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421"/>
          <a:stretch>
            <a:fillRect/>
          </a:stretch>
        </p:blipFill>
        <p:spPr>
          <a:xfrm>
            <a:off x="5398477" y="508090"/>
            <a:ext cx="6271028" cy="57453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EDDB10-6013-3311-0475-438A2591E961}"/>
              </a:ext>
            </a:extLst>
          </p:cNvPr>
          <p:cNvSpPr txBox="1"/>
          <p:nvPr/>
        </p:nvSpPr>
        <p:spPr>
          <a:xfrm>
            <a:off x="683288" y="4813160"/>
            <a:ext cx="3898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correlation between different metrics for the same joint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 columns with only zeros</a:t>
            </a:r>
          </a:p>
        </p:txBody>
      </p:sp>
    </p:spTree>
    <p:extLst>
      <p:ext uri="{BB962C8B-B14F-4D97-AF65-F5344CB8AC3E}">
        <p14:creationId xmlns:p14="http://schemas.microsoft.com/office/powerpoint/2010/main" val="200966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90</Words>
  <Application>Microsoft Office PowerPoint</Application>
  <PresentationFormat>Widescreen</PresentationFormat>
  <Paragraphs>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Bierstadt</vt:lpstr>
      <vt:lpstr>Calibri</vt:lpstr>
      <vt:lpstr>GestaltVTI</vt:lpstr>
      <vt:lpstr>Statistical analysis</vt:lpstr>
      <vt:lpstr>Data Overview</vt:lpstr>
      <vt:lpstr>DIP2 histograms</vt:lpstr>
      <vt:lpstr>PIP2 histograms</vt:lpstr>
      <vt:lpstr>MCP2 histograms</vt:lpstr>
      <vt:lpstr>DIP3 histograms</vt:lpstr>
      <vt:lpstr>PIP3 histograms</vt:lpstr>
      <vt:lpstr>MCP3 histograms</vt:lpstr>
      <vt:lpstr>DIP4 histograms</vt:lpstr>
      <vt:lpstr>PIP4 histograms</vt:lpstr>
      <vt:lpstr>MCP4 histograms</vt:lpstr>
      <vt:lpstr>DIP5 histograms</vt:lpstr>
      <vt:lpstr>PIP5 histograms</vt:lpstr>
      <vt:lpstr>MCP5 histograms</vt:lpstr>
      <vt:lpstr>Correlation plot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ahuva friedman</dc:creator>
  <cp:lastModifiedBy>ahuva friedman</cp:lastModifiedBy>
  <cp:revision>1</cp:revision>
  <dcterms:created xsi:type="dcterms:W3CDTF">2026-03-30T12:42:35Z</dcterms:created>
  <dcterms:modified xsi:type="dcterms:W3CDTF">2026-03-30T22:59:31Z</dcterms:modified>
</cp:coreProperties>
</file>